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1232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2D8E2-60E0-CDD0-48F7-E254CB80A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E2494-E81A-5713-391C-7A8D4099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67407-D14F-9781-3C29-D0981FA2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00ED9-939C-4527-B901-7157BFB944B9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E9F79-862C-1476-A735-C697AA3F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11AF6-2BEA-BCEB-9391-B8CD95C3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A3574-0CCB-462C-84D7-9E3FC2A3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2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BD62-965C-FF6C-E07C-27B724EA3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AEB44-A5CA-83EF-9AE8-7A5D36091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4EC89-B880-6532-6955-FDCA0303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00ED9-939C-4527-B901-7157BFB944B9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F6E1F-728D-AF25-D0E4-B85E8B41C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C7610-2F0E-DF3A-D752-13B25BDCB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A3574-0CCB-462C-84D7-9E3FC2A3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F7C67-B200-C934-8597-4A4EA03F7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1792F-729E-4E17-2E72-7446FAC67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EC035-49D5-E828-9CBE-7AE69CB73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00ED9-939C-4527-B901-7157BFB944B9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C1513-6F43-7A13-8A4B-D6AB772DC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BA7A-99BB-54A3-F440-82304FC85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A3574-0CCB-462C-84D7-9E3FC2A3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4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3E708-1904-43B2-F9CF-3A3C3A95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773FC-D1F2-247E-CC65-9F972B31A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AA4F5-6A91-B8D4-5804-28A0276B9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E7204-3EE0-AD24-4C3A-F8B9AFBDE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00ED9-939C-4527-B901-7157BFB944B9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4AB7D-3EBE-14AD-096E-6B3B397E8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5AE81-7B8A-87D9-954D-5BDD67B5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A3574-0CCB-462C-84D7-9E3FC2A3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24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A62D-CF35-86F8-AD00-9A9A8050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5FE3A-AA57-A87C-F20C-2CA2F3B03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FC30A-A5B5-0FCB-2CCC-DBE9F4F07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0278C9-0F7A-B3F8-3168-8759E61DB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52C83-2138-9E37-0F89-B0E60F14B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36D7D3-EFBF-1772-14E9-EB9B1071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00ED9-939C-4527-B901-7157BFB944B9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0D0533-09C4-D454-7B22-1ECF9EB0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40CB10-B27C-5F2A-E957-1DAE6973F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A3574-0CCB-462C-84D7-9E3FC2A3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1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A783-7288-532E-FCCC-9BFC31CCB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580A7E-C501-1E5F-CC5E-600B92DF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00ED9-939C-4527-B901-7157BFB944B9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3022C-730E-F7D6-0EC8-71F4B464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45C0B-7A1A-556F-5DF9-709A71686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A3574-0CCB-462C-84D7-9E3FC2A3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72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1ACB87-CA5D-1500-6A05-4D9346336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00ED9-939C-4527-B901-7157BFB944B9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466E51-2469-25A3-CFAE-C867D22C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78DD2-AF22-2300-5439-DC572DCC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A3574-0CCB-462C-84D7-9E3FC2A3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3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5F42-8C9A-5A10-2ADB-2F9F6243E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7C770-1B76-BD5E-304E-7E29155A5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144A4-745B-7A54-0C81-17B2ED852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BE45C-913A-CE3C-2091-0E7A5D1C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00ED9-939C-4527-B901-7157BFB944B9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6081B-FAAC-1E99-59CD-8C45A4621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42189-7DF6-C2FF-0C1E-B0D38604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A3574-0CCB-462C-84D7-9E3FC2A3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0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31AA-2469-9AAE-EB39-701CD0CC8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A4EFE5-5315-B2DB-400D-4CB3BBD22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BFE47-18B1-58F1-306E-3868859D1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64D29-1232-1FB3-9536-0A433755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00ED9-939C-4527-B901-7157BFB944B9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6AC1-9071-4895-9DD5-BD08E17D8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F3C9E-C9B6-31FC-C3A8-99BEC4914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A3574-0CCB-462C-84D7-9E3FC2A3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7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5B25C-F0DF-3EDC-AC53-70374EE9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D1440-3512-24D0-6F74-21089D5C4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4D4EF-95AB-EB78-E450-2FD0A76F2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00ED9-939C-4527-B901-7157BFB944B9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1D72F-7F3B-D65F-C51B-199F6AE4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9376F-4153-D676-80AA-48B70D82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A3574-0CCB-462C-84D7-9E3FC2A3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10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0216FA-664B-3C86-B04F-B3BE313F1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F73C0-F3F9-E6A8-FEA7-8EC78D4E9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F5FC6-54B2-BBAC-6511-6051D863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00ED9-939C-4527-B901-7157BFB944B9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A6A51-3E42-00D1-0F76-AB4AC06F6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798E8-8CD9-D620-5B56-E7CF4354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A3574-0CCB-462C-84D7-9E3FC2A3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2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A8CD3-2088-938E-0879-694A4709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7DB9C-4B42-E2E3-6141-4D69F1B7B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6D7E3-2F35-7047-0CC4-CE4854176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00ED9-939C-4527-B901-7157BFB944B9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0F2C6-B9CD-473B-C645-83A95666F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FCCAF-AE42-14F9-ED7A-1056EBC9E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A3574-0CCB-462C-84D7-9E3FC2A3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2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ag of Great Britain Vector Image of The British Flag british flag stock illustrations">
            <a:extLst>
              <a:ext uri="{FF2B5EF4-FFF2-40B4-BE49-F238E27FC236}">
                <a16:creationId xmlns:a16="http://schemas.microsoft.com/office/drawing/2014/main" id="{FD13F29C-096B-C65A-6273-BC776E1C0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573"/>
            <a:ext cx="12192000" cy="710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DF5CFC-3B9C-0424-A68F-E5F86DC1C9A7}"/>
              </a:ext>
            </a:extLst>
          </p:cNvPr>
          <p:cNvSpPr txBox="1"/>
          <p:nvPr/>
        </p:nvSpPr>
        <p:spPr>
          <a:xfrm>
            <a:off x="2906232" y="2384549"/>
            <a:ext cx="6025116" cy="229293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100" b="1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US" sz="6000" b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END</a:t>
            </a:r>
          </a:p>
          <a:p>
            <a:pPr algn="ctr"/>
            <a:r>
              <a:rPr lang="en-US" sz="6000" b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[</a:t>
            </a:r>
            <a:r>
              <a:rPr lang="en-US" sz="4800" b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Crowd goes wild</a:t>
            </a:r>
            <a:r>
              <a:rPr lang="en-US" sz="7200" b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!</a:t>
            </a:r>
            <a:r>
              <a:rPr lang="en-US" sz="6000" b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229593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LLEWELLYN TOULMIN</dc:creator>
  <cp:lastModifiedBy>LLEWELLYN TOULMIN</cp:lastModifiedBy>
  <cp:revision>6</cp:revision>
  <dcterms:created xsi:type="dcterms:W3CDTF">2023-11-21T08:16:50Z</dcterms:created>
  <dcterms:modified xsi:type="dcterms:W3CDTF">2023-11-22T18:00:32Z</dcterms:modified>
</cp:coreProperties>
</file>